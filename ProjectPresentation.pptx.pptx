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va-2008/Travel-Planner-Agent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iva-2008.github.io/Travel-Planner-Agent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LangFlow”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46288648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NIVASINI YARRU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yarrunivasini@gmail.com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8688392221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TRAVEL AND TOURISM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TRAVEL PLANNER AGENT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4A6DF-A744-4CC3-8C6A-294273CC6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214" y="3534566"/>
            <a:ext cx="999250" cy="12328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609600" y="1671320"/>
            <a:ext cx="1187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152400" y="-341012"/>
            <a:ext cx="1068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r>
              <a:rPr lang="en-IN" sz="2400" b="1" dirty="0"/>
              <a:t>    Problem Statement :</a:t>
            </a:r>
          </a:p>
          <a:p>
            <a:endParaRPr lang="en-IN" sz="24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CC4B0DD-5B90-A95C-8D3B-6FF5E9194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674651"/>
            <a:ext cx="11077575" cy="524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Challenge: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Traveling involves scattered data across unreliable sources. Travelers struggle with manual itinerary planning, budget tracking, and real-time navigation configurations. Without automated, consolidated, and personalized real-time guidance, making informed choices dynamically is difficult.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The Objective: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Build an AI-powered Travel Planner Agent that delivers personalized travel insights, optimized            routes, and itinerary guidance. The system should: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Personalized Itineraries: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Recommend detailed daily schedules based on user travel preferences, budget limits, and stay duration.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Travel Data RAG Retrieval: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Fetch and compile dynamic travel parameters and regional information from a local knowledge 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Interactive Digital Assistant: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Embed a clean cloud-hosted user widget interface directly onto a web-accessible homepage.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ECEB0C-8F44-0239-AAE0-FF136C754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448" y="1387128"/>
            <a:ext cx="9464802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IBM Watsonx Orchestrate: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orchestration layout configs, environment hosting, and chat widget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IBM Granite Model (Granite-3-2-8b / Granite-4.0):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Powers natural language reasoning, destination summarization, and query execution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GitHub Pages: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global hosting and front-end deployment of the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Retrieval-Augmented Generation (RAG):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Connects the agent to the custom compiled travel data asset file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918972" y="4091940"/>
            <a:ext cx="1060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23875" y="247650"/>
            <a:ext cx="726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20C7DB-0BE0-62F5-A1A6-BFDEDADA9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848047"/>
            <a:ext cx="9858375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proposed solution is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AI-Powered Travel Planner Agent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utilizing IBM Watsonx Orchestrate and Granite Models to provide automated, real-time trip routing and schedule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At its core, the solution leverages an embedded frontend web framework connected to a backend retrieval mechanism. It queries the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global_travel_plans.pdf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dataset using a target layout architecture to serve user inputs accurately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Core Execution Flows: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Front-End Layer: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Hosted entirely on GitHub Pages using an isolated, responsive script structure that safely loads the interface assets container.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Agentic Orchestration Layer: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configuration initializes target IDs (orchestrationID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agentId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link the frontend to the live IBM gateway servers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Response 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underlying model evaluates real-time prompts, analyzes context rules, and provides interactive layout cards or responses.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23876" y="323239"/>
            <a:ext cx="5922644" cy="84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Components Breakdown: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09575" y="1646041"/>
            <a:ext cx="11172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833CFDF-0131-14E4-FB96-3BCCA038C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3" y="437527"/>
            <a:ext cx="10791824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Chat Input:</a:t>
            </a:r>
            <a:r>
              <a:rPr lang="en-US" altLang="en-US" sz="5400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Web interface where users submit trip requirements, length of stay, and specific budget queries.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IBM watsonx AI Agent: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Processes user intent parameters using Granite models to synthesize relevant itinerary responses.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IBM Granite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ibm-granite-3-2-8b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 your exact loaded version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$\rightarrow$ optimized for high-speed parameter processing and low-latency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Chat Output: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Displays the generated, structured itinerary text and budget outlines directly inside the custom floating layout box.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File Component: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Processes and extracts text vectors from the local repository asset file.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IBM WATSON ORCHESTRATE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F05F2-4EE5-274C-9E8D-5D8D17D60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6309"/>
            <a:ext cx="12192000" cy="583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58C0C9-A726-D0AB-F294-038386F49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73" y="1032386"/>
            <a:ext cx="12234430" cy="58256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D1184E-980C-ABEB-ABF3-DE9B232B6CC2}"/>
              </a:ext>
            </a:extLst>
          </p:cNvPr>
          <p:cNvSpPr txBox="1"/>
          <p:nvPr/>
        </p:nvSpPr>
        <p:spPr>
          <a:xfrm>
            <a:off x="353962" y="403123"/>
            <a:ext cx="7462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ym typeface="Times New Roman"/>
              </a:rPr>
              <a:t>AI AGENT ARCHITECTURE</a:t>
            </a:r>
            <a:endParaRPr lang="en-IN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126" y="958206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FE0551-17CB-FFFB-6C99-FAB3FD102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88" y="1007048"/>
            <a:ext cx="8160775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Agentic AI transforms this from a basic static text script into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dynamic, goal-driven travel consultant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Contextual Awareness: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Instead of simply pulling matched keywords from search strings, it analyzes the user's explicit structural constraints (such as days, preferences, and destination limitations).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Autonomous Optimization: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agent uses background reasoning mechanisms to format raw data points into sequential, daily travel tables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 Adaptation: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maintains contextual state data throughout the chat pipeline, allowing users to modify details (e.g.,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"Change day 2 to an outdoor activity"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on the fly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67E45D-094A-8CE1-440A-A8BE85E65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66" y="1489612"/>
            <a:ext cx="10972800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Zero-Server Frontend Footprint: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Deployed as an entirely serverless web execution app on GitHub Pages, ensuring zero hosting costs and high global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RAG-Backed 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Direct linking with custom target files reduces standard language model hallucination risks for hotel/destination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Compact Resource Footprint: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Leverages the lightweight, highly optimized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8B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Granite configuration model, ensuring fast token generation rates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Plug-and-Play Widget Structure: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Built modularly, meaning the underlying scripts can be inserted into any existing corporate website with a single block of HTML code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github repository (Enable Add README  button while creating repository) with format –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https://github.com/niva-2008/Travel-Planner-Agent.git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Github URL –</a:t>
            </a:r>
            <a:r>
              <a:rPr lang="en-IN" sz="1850" b="1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b="1" u="sng" dirty="0">
                <a:hlinkClick r:id="rId4"/>
              </a:rPr>
              <a:t>https://niva-2008.github.io/Travel-Planner-Agent/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A086D-EC4F-630F-0C14-B3F73A715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884" y="3058740"/>
            <a:ext cx="10776156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index.html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(The primary web container layout and loader configuration scripts)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global_travel_plans.pdf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(The core domain data knowledge base used for planning)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ProjectPresentation.pptx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(This official presentation file)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README.md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(Comprehensive setup steps and alternative environment screenshots verifying  active system state)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953253" y="1211883"/>
            <a:ext cx="9214580" cy="488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FBC0FC-C036-6E4C-0D02-98574743B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387" y="1403338"/>
            <a:ext cx="891785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Live Translation &amp; Currency APIs: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Integration with live webhooks to fetch real-time financial exchange rates and translate itineraries into regional languages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Booking Engine Integrations: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Connecting the agent to public flight and hospitality industry APIs (like Amadeus or Skyscanner) to allow users to book their planned trips directly from the chat interface.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895</Words>
  <Application>Microsoft Office PowerPoint</Application>
  <PresentationFormat>Widescreen</PresentationFormat>
  <Paragraphs>101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Google Sans</vt:lpstr>
      <vt:lpstr>Google Sans Text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NIVASINI</dc:creator>
  <cp:lastModifiedBy>Nivasini Yarru</cp:lastModifiedBy>
  <cp:revision>2</cp:revision>
  <dcterms:modified xsi:type="dcterms:W3CDTF">2026-06-02T15:05:25Z</dcterms:modified>
</cp:coreProperties>
</file>